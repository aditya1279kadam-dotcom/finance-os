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Resource-Wise Billability — 20260303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Avg Overall Billability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108.24%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Avg External Prod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108.24%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Avg Internal Prod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0.00%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Avg Bench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C0000"/>
                </a:solidFill>
              </a:rPr>
              <a:t>2.27%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2026-03-03T17:40:47Z</dcterms:created>
  <dcterms:modified xsi:type="dcterms:W3CDTF">2026-03-03T17:40:47Z</dcterms:modified>
</cp:coreProperties>
</file>